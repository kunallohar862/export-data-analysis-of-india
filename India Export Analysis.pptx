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56" r:id="rId10"/>
    <p:sldId id="262" r:id="rId11"/>
    <p:sldId id="265" r:id="rId12"/>
    <p:sldId id="263" r:id="rId13"/>
    <p:sldId id="264" r:id="rId14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69" d="100"/>
          <a:sy n="69" d="100"/>
        </p:scale>
        <p:origin x="14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D12970-ABBB-DE29-22FC-5B806A3912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1434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2E2194-EA97-6635-5328-9EBA1B52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73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5D9362-9F21-EFAF-A819-1E68A2DB7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E85E28-4CBF-E050-64BF-B080ADEC6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6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AC638E-D53A-0497-141F-1A09897E7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05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1938462"/>
                  </p:ext>
                </p:extLst>
              </p:nvPr>
            </p:nvGraphicFramePr>
            <p:xfrm>
              <a:off x="0" y="174170"/>
              <a:ext cx="12192000" cy="668382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74170"/>
                <a:ext cx="12192000" cy="66838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6F2F22C-72B0-1E50-DACE-B22A8658D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442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1C18BF-792A-05D3-5FF1-F05DCC148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28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1C5813-6686-ABFB-241A-A5038474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02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E9F3A3-67C8-08E4-2DDC-EC542E1EF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884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adbb564d-d7f9-4f76-b69f-c4483dc7c2a0}">
  <we:reference id="WA200003233" version="2.0.0.3" store="en-GB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abU/jRhD+K5HVqq2U9nZtr1/4BilXIfWutFD6oUJoX8bBd47trtccKcp/76ydiBBCSHIBfPT4gvfFuzPPzD6zM86No9KqzPj4PR+Bs+ccFMXHEdcfe9TpO3nbF7nARRITCSEXvsuYogpHi9KkRV45ezeO4XoI5iytap7ZhbDz7/O+w7PsmA9tK+FZBX2nBF0VOc/Sf6GdjENG1zDpO3BdZoXmdskTww3YZa9wOrZRBPqThztyadIrOAFp2l6QCfFVmLiECCYFCkZCnFa1ExrJlk6xSzfbD4rc8DTHbWxf6IdeIAUJFM4mvq8UZ7a/SvNhNhX49t3TcWnBMXBtRHFt8RAfcGO70mSCCrmuICLyiQgV8XigmEti+3aSZma6oRgfXpcasUIE29X21RXPJVh4ERANVav/jbM/HGoYcjNtHt4ZHBRZPVrSf1LUWsIfkDRDuUnNGPc41VzBheCZ3cmxoh7rAi3zwODbOp/iTW3zsvg00IAGUs4emZxjz0p4JNfqLjbY0Ar0wbjR++dUz8zp9hfE74jOqCR2hb4fh4RLX3DlhWGsgkA+as7TonyP2rdz7JSzmUejsm91MWomT49eVYt/atBjZxGHk9kAPv8+e1i5kl1ipnpzmi7Qm47yIfa3dkHL9Z0TyBD75sW10GwbzfoLCDZ7VG/+PHWwfypEkkKmHLvPb89m74clPAYcyM0FvlxoY8+9ThdMTayp+9ZmaHbSnOEWLHfS3xTavy5BwxTZXKUzlY4WFKh2DH4jPxcZrHh95kyTSePai0Sz2bm6g8AKuRZ5o/+sjLdKyvUco7vym8LwzI7tROinkmvDqGE0wIiXi4Gjjf+4yYe5CP+LLupy/XO0seueN0wQhqGgASc+BJwRNyaEk67Sv5nnqDa4paNyR9xvFrEaFKNRoexmHeH+exK6xPV7P/bwH9uG8teB8wn5fhXgz873t+qvEOplyfJBEb89ueQaLujjRPn4rTarKzzSoFrRBriw6cwtdyPVrQctpdUBgjEs9HgLZl3LSVpa9RmhLA4CnwUu8yIm8ah2KElaBiXGm0/m8rWlRpto2iZEHsTcQ7Oh0STzQmDSjzpkutnN4/WbbhNNp6bzgAbMJyCCAC82oVQQdMh0D6TpRyN7Q7+w0fxieSz/su24tdqtUUF5PFYRuIREKnB96grVfaO2adf/zqiPqz01akJ5JEUkqaBE+orQmL5Go77EFfH5aEYVeW26dUn8TL8kCSFEepIwFyKgkgBrIsh2pXKmfEYjEVJFGOUUIhl1NrmW89ngoKhzo8dNCN5Nei3v35ntFilUb05B69QU9rkrqfY9aU9t1afXelHV6+2X+rsm937H8YH1vv/mXf7DNjn4eqg/YRa+rl2ePSOfB2NNEV+WfFcIPKvFGktRXQsaK+TezuufvDy7C4k7WLjdwuPbYoMIfbwT04QID6OX8JnLVnyRnX38VkwKihkSVZHnBlHocR/VuxuEPr+k9kgSN28GOucp3akw7y4EfoEV5uX59rbV5eeMax2sLi89192qLq9dctkmWzAW8sPrzqQKmyg7yw58JkgsAuJFTAmPcs+7R7St/2NnRAKG+YafRDykIKjHmhR3yr9Lhxf59yv/vbYvbF85cBMOtJebezcX4qrEVSKJPfCSWLlRDHB7cnZ0x3xQ3EWXeOgG86KkvdJvOxpoUFivldnf5ZfMA667VaHaVPWn+5L5yGE8b879ZB43ZwR62FBGUZuq5BKOed6yV9kuYvMSHMalea5ATZ+bEPZrigZpTXXGs7phe/vz2Rm/4N9/R6DVbbYrAAA=&quot;"/>
    <we:property name="creatorSessionId" value="&quot;8acdcbea-55a1-49c6-8ce6-0ca71bcc89be&quot;"/>
    <we:property name="creatorTenantId" value="&quot;454c5f58-6954-473f-9a75-edffa7967854&quot;"/>
    <we:property name="creatorUserId" value="&quot;10032005476403A9&quot;"/>
    <we:property name="datasetId" value="&quot;e5cabb26-4f1f-4aad-86a6-3bce04cf821a&quot;"/>
    <we:property name="embedUrl" value="&quot;/reportEmbed?reportId=d8eabb07-509c-4df0-b944-fdbe915a1786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initialStateBookmark" value="&quot;H4sIAAAAAAAAA+1aW2/bNhT+K4awYRvgraQkSnLfUq8dijaXNVn2MBQBKR45amXRo6g0XuD/vkNJbhLb8S2Jo17yEom3853bd0haV45Mi1HGxwd8CM5z54VSH4dcf+xQp+vkTdvh4Zv9vXdvzg729l9isxqZVOWF8/zKMVwPwJymRckzuwI2/vO+6/AsO+ID+5bwrICuMwJdqJxn6X9QD8Yuo0uYdB24HGVKc7vkseEG7LIXOBzfUTb9zUOJPDbpBRxDbOpWiBPiyzBxCREsFoxJEuKwoh5QIVs4xC5die+r3PA0RzG2jSQ+E6QnAuJFTAqPcs+z7UmamWaIaAyEjREJGHF9P4l4SEFQj1Hb3hhrYXfXMeOR7T1RowN8qxe2s06nmrpd55VWQ7TfldP4oijFvyXoMU54eTnSUNQjr5zjaQc+/zl9WLaSsUvkJjVji0FzCWdodmw8qWCRCfrsGDI0XzWrr7JyWEmakatKHcM7SK5fqsUn6MYjrdDJlYC+Gg6VtMKwvUGQpJBJx8o51BL0i3El6PdUT33qziq5NxhoGHDTvN7uvCdCFx3U+bWD/1jV9arMGxhkMrEg0U/Oc2pfpjZyJ92NzPn3OWhorJmjMRqAr2dAFw9s8Ao8FxncPf1zWE3s3/s6BTe17QL1l4DqOufqU18DpresbNzFhLKrV9o3mUNcmbhSJD0PvKQn3agHcJ05e/KC5zFOfyS4syFxEzC1vl+F4/7xujnIW3E7a+T2YPZqzP5qzDYaizQfZE2ZuGbsOrWcOCsLpE6QL7jun3NtU1GJD8gilqZxttoZvdxTdZupdV3DGR9uVK4+GmOg9Hh9ZtgsGd9XrCZC3xWSJkR4BEukz1zWm6t5sykaSSylNJZAZeS5QRR63J8rbo+Snj/+odUnc740Nb8X11YU15uu+l5Yd1tYW8L5d4bAxnxvrMlfXraZ5ZfEu21i0mc0EiGVhFFOIYojcjfRPi2VxTfzr6/K3OjxA5JZPB/KVkQKxbMT0Do1yj63hdjm0J4ow7MOTlXaFJ3O3kj/VG3H9jk+sM7PP+znv2zDeutZ/RF5b12/7JwDbxpjTYhPy4hLAB8Bjs/NmbE80rbd+xLc20X9FursHvGmtUgDDPlothYt3MRjTShHW+zgt4j4ej9PEtzGx15MmAsR0JgAC+zKyzWCSyPUTHW1q0FCeRSLKKaCktiXhPboyqK1uy2H4JmVNGuh2uVn9rx11t4z8h3gXw83Bb8yYKXKS9OuU/LWnqs3UyA93pMRuIREMnB9imfYrzEuV9+DcC2/Fqd6HtCA+QREEIT4F0sI2u/UR8jXL8Gpq9VunAo97rHAjVgcMy8EFvtRi5y69jmOful+3ETT2nU+I5T1gsBH9zEPHWjvL9vjunT4rbhuE01r1yF7Chpw4kPAGXF7hPDWXjYsuOyzCn+z96YP/6PknDm/rbvTBenTtrvTRRl+jBt2OKMP+WNZDa1dJ4GNVH+8H8tWBEl9uA59vxcSHvuCSy8MezII4rbSanGTB6ovauwW4HU+eCBmLWbNVckonv110hZmnUM4vXqrDyT22x+dbkOxa5r2EVl2mfF3zrK3LLAE19MS7TKU6wVGe/Ebe9P5eYe/2wvY9XG18Jp13dCt6d91BRGRT0QoiccDyVyy5FuJtlxQzHd+RUej7XSu/Glbr5VwhqAHFWWq0hQjHsMRz2v2HtXr2lt27EYn8lyCbJ6riv42Rf/XpjrlWVlVPvvBq1MJQeulDR0vmWA/g53yMf79DwZOAWiRKwAA&quot;"/>
    <we:property name="isFiltersActionButtonVisible" value="true"/>
    <we:property name="isVisualContainerHeaderHidden" value="false"/>
    <we:property name="pageDisplayName" value="&quot;Duplicate of Page 1&quot;"/>
    <we:property name="pageName" value="&quot;ecf04d7f200b5cb55d07&quot;"/>
    <we:property name="reportEmbeddedTime" value="&quot;2025-11-25T20:40:05.503Z&quot;"/>
    <we:property name="reportName" value="&quot;Export_data&quot;"/>
    <we:property name="reportState" value="&quot;CONNECTED&quot;"/>
    <we:property name="reportUrl" value="&quot;/groups/me/reports/d8eabb07-509c-4df0-b944-fdbe915a1786/ecf04d7f200b5cb55d07?bookmarkGuid=982b9143-343e-414a-9afa-edd961152af9&amp;bookmarkUsage=1&amp;ctid=454c5f58-6954-473f-9a75-edffa7967854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Admin</cp:lastModifiedBy>
  <cp:revision>7</cp:revision>
  <dcterms:created xsi:type="dcterms:W3CDTF">2018-06-07T21:39:02Z</dcterms:created>
  <dcterms:modified xsi:type="dcterms:W3CDTF">2025-11-27T03:19:39Z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